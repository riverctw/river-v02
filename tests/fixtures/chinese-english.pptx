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公司金融 Corporate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投资、融资、日常资金使用</a:t>
            </a:r>
          </a:p>
          <a:p>
            <a:pPr lvl="1"/>
            <a:r>
              <a:t>investment, financing, daily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长期投资决策 Capital Budgeting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企业该投资哪些项目</a:t>
            </a:r>
          </a:p>
          <a:p>
            <a:pPr lvl="1"/>
            <a:r>
              <a:t>Which projects should the firm invest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融资决策 Capital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债务 debt 与股权 equity</a:t>
            </a:r>
          </a:p>
          <a:p>
            <a:pPr lvl="1"/>
            <a:r>
              <a:t>Debt and equity financing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公司的目标 Goal of the Corporation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股东财富最大化</a:t>
            </a:r>
          </a:p>
          <a:p>
            <a:pPr lvl="1"/>
            <a:r>
              <a:t>Maximize shareholder wealth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